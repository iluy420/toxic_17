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83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3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65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91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21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768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73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37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98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9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069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91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99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214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072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521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21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Массивы в </a:t>
            </a:r>
            <a:r>
              <a:rPr lang="en-US" dirty="0" smtClean="0"/>
              <a:t>Assembler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4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Регистры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434673"/>
              </p:ext>
            </p:extLst>
          </p:nvPr>
        </p:nvGraphicFramePr>
        <p:xfrm>
          <a:off x="1427505" y="2491513"/>
          <a:ext cx="3976515" cy="1392197"/>
        </p:xfrm>
        <a:graphic>
          <a:graphicData uri="http://schemas.openxmlformats.org/drawingml/2006/table">
            <a:tbl>
              <a:tblPr/>
              <a:tblGrid>
                <a:gridCol w="755521"/>
                <a:gridCol w="596409"/>
                <a:gridCol w="2624585"/>
              </a:tblGrid>
              <a:tr h="873212">
                <a:tc>
                  <a:txBody>
                    <a:bodyPr/>
                    <a:lstStyle/>
                    <a:p>
                      <a:r>
                        <a:rPr lang="en-US" sz="2400" dirty="0"/>
                        <a:t>ESI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32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Индекс источника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8985">
                <a:tc>
                  <a:txBody>
                    <a:bodyPr/>
                    <a:lstStyle/>
                    <a:p>
                      <a:r>
                        <a:rPr lang="en-US" sz="2400"/>
                        <a:t>EDI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32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Индекс приёмника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003589" y="4089225"/>
            <a:ext cx="67467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444444"/>
                </a:solidFill>
                <a:latin typeface="arial" panose="020B0604020202020204" pitchFamily="34" charset="0"/>
              </a:rPr>
              <a:t>Регистр ESI </a:t>
            </a:r>
            <a:r>
              <a:rPr lang="ru-RU" dirty="0">
                <a:solidFill>
                  <a:srgbClr val="444444"/>
                </a:solidFill>
                <a:latin typeface="arial" panose="020B0604020202020204" pitchFamily="34" charset="0"/>
              </a:rPr>
              <a:t>- адрес источника, и содержит адрес начала блока информации для операции "переместить блок" (полный адрес DS:SI), </a:t>
            </a:r>
            <a:endParaRPr lang="ru-RU" dirty="0" smtClean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r>
              <a:rPr lang="ru-RU" dirty="0" smtClean="0">
                <a:solidFill>
                  <a:srgbClr val="444444"/>
                </a:solidFill>
                <a:latin typeface="arial" panose="020B0604020202020204" pitchFamily="34" charset="0"/>
              </a:rPr>
              <a:t>а </a:t>
            </a:r>
            <a:r>
              <a:rPr lang="ru-RU" b="1" dirty="0">
                <a:solidFill>
                  <a:srgbClr val="444444"/>
                </a:solidFill>
                <a:latin typeface="arial" panose="020B0604020202020204" pitchFamily="34" charset="0"/>
              </a:rPr>
              <a:t>регистр EDI- </a:t>
            </a:r>
            <a:r>
              <a:rPr lang="ru-RU" dirty="0">
                <a:solidFill>
                  <a:srgbClr val="444444"/>
                </a:solidFill>
                <a:latin typeface="arial" panose="020B0604020202020204" pitchFamily="34" charset="0"/>
              </a:rPr>
              <a:t>адрес назначения в этой операции (полный адрес ES:EDI).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93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блоков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2" y="2487828"/>
            <a:ext cx="9601196" cy="369055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Загрузка </a:t>
            </a:r>
            <a:r>
              <a:rPr lang="ru-RU" b="1" dirty="0" smtClean="0"/>
              <a:t>данных</a:t>
            </a:r>
            <a:r>
              <a:rPr lang="ru-RU" b="1" dirty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	</a:t>
            </a:r>
            <a:r>
              <a:rPr lang="ru-RU" dirty="0" smtClean="0"/>
              <a:t>	</a:t>
            </a:r>
            <a:r>
              <a:rPr lang="ru-RU" dirty="0" smtClean="0"/>
              <a:t>Команды </a:t>
            </a:r>
            <a:r>
              <a:rPr lang="ru-RU" b="1" dirty="0" err="1"/>
              <a:t>lodsb</a:t>
            </a:r>
            <a:r>
              <a:rPr lang="ru-RU" b="1" dirty="0"/>
              <a:t>, </a:t>
            </a:r>
            <a:r>
              <a:rPr lang="ru-RU" b="1" dirty="0" err="1"/>
              <a:t>lodsw</a:t>
            </a:r>
            <a:r>
              <a:rPr lang="ru-RU" b="1" dirty="0"/>
              <a:t>, </a:t>
            </a:r>
            <a:r>
              <a:rPr lang="ru-RU" b="1" dirty="0" err="1"/>
              <a:t>lodsd</a:t>
            </a:r>
            <a:r>
              <a:rPr lang="ru-RU" b="1" dirty="0"/>
              <a:t> </a:t>
            </a:r>
            <a:r>
              <a:rPr lang="ru-RU" dirty="0"/>
              <a:t>нужны, для того чтобы загрузить байт (слово, двойное слово) из памяти, на которую указывает регистр ESI в регистр </a:t>
            </a:r>
            <a:r>
              <a:rPr lang="ru-RU" dirty="0" smtClean="0"/>
              <a:t>AL, AX или EAX. </a:t>
            </a:r>
            <a:r>
              <a:rPr lang="ru-RU" dirty="0"/>
              <a:t>После присваивания значения регистру значение регистра ESI увеличивается на 1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2 </a:t>
            </a:r>
            <a:r>
              <a:rPr lang="ru-RU" dirty="0"/>
              <a:t>или </a:t>
            </a:r>
            <a:r>
              <a:rPr lang="ru-RU" dirty="0"/>
              <a:t>4 соответственно.</a:t>
            </a:r>
            <a:r>
              <a:rPr lang="ru-RU" dirty="0"/>
              <a:t> </a:t>
            </a:r>
            <a:endParaRPr lang="ru-RU" dirty="0" smtClean="0"/>
          </a:p>
          <a:p>
            <a:r>
              <a:rPr lang="ru-RU" dirty="0"/>
              <a:t>В</a:t>
            </a:r>
            <a:r>
              <a:rPr lang="ru-RU" b="1" dirty="0" smtClean="0"/>
              <a:t>ыгрузка </a:t>
            </a:r>
            <a:r>
              <a:rPr lang="ru-RU" b="1" dirty="0"/>
              <a:t>данных.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		Абсолютно</a:t>
            </a:r>
            <a:r>
              <a:rPr lang="ru-RU" dirty="0"/>
              <a:t>, противоположное делают команды </a:t>
            </a:r>
            <a:r>
              <a:rPr lang="ru-RU" b="1" dirty="0" err="1"/>
              <a:t>stosb</a:t>
            </a:r>
            <a:r>
              <a:rPr lang="ru-RU" b="1" dirty="0"/>
              <a:t>, </a:t>
            </a:r>
            <a:r>
              <a:rPr lang="ru-RU" b="1" dirty="0" err="1" smtClean="0"/>
              <a:t>stos</a:t>
            </a:r>
            <a:r>
              <a:rPr lang="en-US" b="1" dirty="0" smtClean="0"/>
              <a:t>w</a:t>
            </a:r>
            <a:r>
              <a:rPr lang="ru-RU" b="1" dirty="0" smtClean="0"/>
              <a:t> </a:t>
            </a:r>
            <a:r>
              <a:rPr lang="ru-RU" dirty="0"/>
              <a:t>и </a:t>
            </a:r>
            <a:r>
              <a:rPr lang="ru-RU" b="1" dirty="0" err="1"/>
              <a:t>stosd</a:t>
            </a:r>
            <a:r>
              <a:rPr lang="ru-RU" dirty="0"/>
              <a:t>. Они загружают регистр </a:t>
            </a:r>
            <a:r>
              <a:rPr lang="ru-RU" dirty="0" smtClean="0"/>
              <a:t>AL, AX, EAX в </a:t>
            </a:r>
            <a:r>
              <a:rPr lang="ru-RU" dirty="0"/>
              <a:t>память, на которую указывает регистр </a:t>
            </a:r>
            <a:r>
              <a:rPr lang="ru-RU" dirty="0" smtClean="0"/>
              <a:t>EDI.</a:t>
            </a:r>
            <a:r>
              <a:rPr lang="en-US" dirty="0" smtClean="0"/>
              <a:t> </a:t>
            </a:r>
            <a:r>
              <a:rPr lang="ru-RU" dirty="0"/>
              <a:t>После </a:t>
            </a:r>
            <a:r>
              <a:rPr lang="ru-RU" dirty="0" smtClean="0"/>
              <a:t>переноса значения в память значение </a:t>
            </a:r>
            <a:r>
              <a:rPr lang="ru-RU" dirty="0"/>
              <a:t>регистра </a:t>
            </a:r>
            <a:r>
              <a:rPr lang="ru-RU" dirty="0" smtClean="0"/>
              <a:t>E</a:t>
            </a:r>
            <a:r>
              <a:rPr lang="en-US" dirty="0" smtClean="0"/>
              <a:t>D</a:t>
            </a:r>
            <a:r>
              <a:rPr lang="ru-RU" dirty="0" smtClean="0"/>
              <a:t>I </a:t>
            </a:r>
            <a:r>
              <a:rPr lang="ru-RU" dirty="0"/>
              <a:t>увеличивается на 1,</a:t>
            </a:r>
            <a:r>
              <a:rPr lang="en-US" dirty="0"/>
              <a:t> </a:t>
            </a:r>
            <a:r>
              <a:rPr lang="ru-RU" dirty="0"/>
              <a:t>2 или </a:t>
            </a:r>
            <a:r>
              <a:rPr lang="ru-RU" dirty="0" smtClean="0"/>
              <a:t>4 соответственно.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98208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блоков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Сравнение </a:t>
            </a:r>
            <a:r>
              <a:rPr lang="ru-RU" b="1" dirty="0"/>
              <a:t>данных.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    Команды </a:t>
            </a:r>
            <a:r>
              <a:rPr lang="ru-RU" b="1" dirty="0" err="1"/>
              <a:t>scasb</a:t>
            </a:r>
            <a:r>
              <a:rPr lang="ru-RU" b="1" dirty="0"/>
              <a:t>, </a:t>
            </a:r>
            <a:r>
              <a:rPr lang="ru-RU" b="1" dirty="0" err="1"/>
              <a:t>scasw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 err="1"/>
              <a:t>scasd</a:t>
            </a:r>
            <a:r>
              <a:rPr lang="ru-RU" dirty="0"/>
              <a:t> сравнивают содержимое регистра </a:t>
            </a:r>
            <a:r>
              <a:rPr lang="ru-RU" dirty="0" smtClean="0"/>
              <a:t>AL, AX, EAX с </a:t>
            </a:r>
            <a:r>
              <a:rPr lang="ru-RU" dirty="0"/>
              <a:t>содержимым памяти на которую указывает регистр </a:t>
            </a:r>
            <a:r>
              <a:rPr lang="ru-RU" dirty="0" smtClean="0"/>
              <a:t>EDI. </a:t>
            </a:r>
            <a:r>
              <a:rPr lang="ru-RU" dirty="0"/>
              <a:t>Разумеется с увеличением регистра </a:t>
            </a:r>
            <a:r>
              <a:rPr lang="ru-RU" dirty="0" smtClean="0"/>
              <a:t>EDI. </a:t>
            </a:r>
            <a:r>
              <a:rPr lang="ru-RU" dirty="0"/>
              <a:t>Более продвинутые команды </a:t>
            </a:r>
            <a:r>
              <a:rPr lang="ru-RU" b="1" dirty="0" err="1"/>
              <a:t>cmpsb</a:t>
            </a:r>
            <a:r>
              <a:rPr lang="ru-RU" b="1" dirty="0"/>
              <a:t>, </a:t>
            </a:r>
            <a:r>
              <a:rPr lang="ru-RU" b="1" dirty="0" err="1"/>
              <a:t>cmpsw</a:t>
            </a:r>
            <a:r>
              <a:rPr lang="ru-RU" b="1" dirty="0"/>
              <a:t>, </a:t>
            </a:r>
            <a:r>
              <a:rPr lang="ru-RU" b="1" dirty="0" err="1"/>
              <a:t>cmpsd</a:t>
            </a:r>
            <a:r>
              <a:rPr lang="ru-RU" b="1" dirty="0"/>
              <a:t> </a:t>
            </a:r>
            <a:r>
              <a:rPr lang="ru-RU" dirty="0"/>
              <a:t>сравнивают значения памяти, на которые указывают регистры </a:t>
            </a:r>
            <a:r>
              <a:rPr lang="ru-RU" dirty="0" smtClean="0"/>
              <a:t>ESI и EDI соответственно</a:t>
            </a:r>
            <a:r>
              <a:rPr lang="ru-RU" dirty="0"/>
              <a:t>. С соответствующим изменением регистра флагов.</a:t>
            </a:r>
          </a:p>
        </p:txBody>
      </p:sp>
    </p:spTree>
    <p:extLst>
      <p:ext uri="{BB962C8B-B14F-4D97-AF65-F5344CB8AC3E}">
        <p14:creationId xmlns:p14="http://schemas.microsoft.com/office/powerpoint/2010/main" val="399221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2090" y="2408195"/>
            <a:ext cx="10130709" cy="39596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	</a:t>
            </a:r>
            <a:r>
              <a:rPr lang="ru-RU" sz="2600" dirty="0" err="1" smtClean="0"/>
              <a:t>mov</a:t>
            </a:r>
            <a:r>
              <a:rPr lang="ru-RU" sz="2600" dirty="0" smtClean="0"/>
              <a:t> </a:t>
            </a:r>
            <a:r>
              <a:rPr lang="ru-RU" sz="2600" dirty="0" err="1"/>
              <a:t>ecx</a:t>
            </a:r>
            <a:r>
              <a:rPr lang="ru-RU" sz="2600" dirty="0"/>
              <a:t>, n; вводим размерность</a:t>
            </a:r>
          </a:p>
          <a:p>
            <a:pPr marL="0" indent="0">
              <a:buNone/>
            </a:pPr>
            <a:r>
              <a:rPr lang="ru-RU" sz="2600" dirty="0"/>
              <a:t>	</a:t>
            </a:r>
            <a:r>
              <a:rPr lang="ru-RU" sz="2600" dirty="0" err="1" smtClean="0"/>
              <a:t>lea</a:t>
            </a:r>
            <a:r>
              <a:rPr lang="ru-RU" sz="2600" dirty="0" smtClean="0"/>
              <a:t> </a:t>
            </a:r>
            <a:r>
              <a:rPr lang="ru-RU" sz="2600" dirty="0" err="1"/>
              <a:t>esi</a:t>
            </a:r>
            <a:r>
              <a:rPr lang="ru-RU" sz="2600" dirty="0"/>
              <a:t>, a; указываем адрес начала массива</a:t>
            </a:r>
          </a:p>
          <a:p>
            <a:pPr marL="0" indent="0">
              <a:buNone/>
            </a:pPr>
            <a:r>
              <a:rPr lang="ru-RU" sz="2600" dirty="0"/>
              <a:t>	</a:t>
            </a:r>
            <a:r>
              <a:rPr lang="ru-RU" sz="2600" dirty="0" err="1" smtClean="0"/>
              <a:t>mov</a:t>
            </a:r>
            <a:r>
              <a:rPr lang="ru-RU" sz="2600" dirty="0" smtClean="0"/>
              <a:t> </a:t>
            </a:r>
            <a:r>
              <a:rPr lang="ru-RU" sz="2600" dirty="0" err="1"/>
              <a:t>edi</a:t>
            </a:r>
            <a:r>
              <a:rPr lang="ru-RU" sz="2600" dirty="0"/>
              <a:t>, </a:t>
            </a:r>
            <a:r>
              <a:rPr lang="ru-RU" sz="2600" dirty="0" err="1"/>
              <a:t>esi</a:t>
            </a:r>
            <a:r>
              <a:rPr lang="ru-RU" sz="2600" dirty="0"/>
              <a:t>;</a:t>
            </a:r>
          </a:p>
          <a:p>
            <a:pPr marL="0" indent="0">
              <a:buNone/>
            </a:pPr>
            <a:r>
              <a:rPr lang="ru-RU" sz="2600" dirty="0" err="1" smtClean="0"/>
              <a:t>cyrcle</a:t>
            </a:r>
            <a:r>
              <a:rPr lang="ru-RU" sz="2600" dirty="0" smtClean="0"/>
              <a:t> </a:t>
            </a:r>
            <a:r>
              <a:rPr lang="ru-RU" sz="2600" dirty="0"/>
              <a:t>:</a:t>
            </a:r>
          </a:p>
          <a:p>
            <a:pPr marL="0" indent="0">
              <a:buNone/>
            </a:pPr>
            <a:r>
              <a:rPr lang="ru-RU" sz="2600" dirty="0"/>
              <a:t>	</a:t>
            </a:r>
            <a:r>
              <a:rPr lang="ru-RU" sz="2600" dirty="0" err="1" smtClean="0"/>
              <a:t>lodsd</a:t>
            </a:r>
            <a:r>
              <a:rPr lang="en-US" sz="2600" dirty="0" smtClean="0"/>
              <a:t> ; </a:t>
            </a:r>
            <a:r>
              <a:rPr lang="ru-RU" sz="2600" dirty="0" smtClean="0"/>
              <a:t>загрузка памяти по адресу </a:t>
            </a:r>
            <a:r>
              <a:rPr lang="en-US" sz="2600" dirty="0" smtClean="0"/>
              <a:t>ESI</a:t>
            </a:r>
            <a:r>
              <a:rPr lang="ru-RU" sz="2600" dirty="0" smtClean="0"/>
              <a:t> в регистр </a:t>
            </a:r>
            <a:r>
              <a:rPr lang="en-US" sz="2600" dirty="0" smtClean="0"/>
              <a:t>EAX</a:t>
            </a:r>
            <a:r>
              <a:rPr lang="ru-RU" sz="2600" dirty="0" smtClean="0"/>
              <a:t>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		  ;	</a:t>
            </a:r>
            <a:r>
              <a:rPr lang="ru-RU" sz="2600" dirty="0" smtClean="0"/>
              <a:t>и увеличение адреса на 4 байта</a:t>
            </a:r>
            <a:endParaRPr lang="ru-RU" sz="2600" dirty="0"/>
          </a:p>
          <a:p>
            <a:pPr marL="0" indent="0">
              <a:buNone/>
            </a:pPr>
            <a:r>
              <a:rPr lang="ru-RU" sz="2600" dirty="0"/>
              <a:t>	</a:t>
            </a:r>
            <a:r>
              <a:rPr lang="ru-RU" sz="2600" dirty="0" err="1" smtClean="0"/>
              <a:t>neg</a:t>
            </a:r>
            <a:r>
              <a:rPr lang="ru-RU" sz="2600" dirty="0" smtClean="0"/>
              <a:t> </a:t>
            </a:r>
            <a:r>
              <a:rPr lang="ru-RU" sz="2600" dirty="0" err="1"/>
              <a:t>eax</a:t>
            </a:r>
            <a:endParaRPr lang="ru-RU" sz="2600" dirty="0"/>
          </a:p>
          <a:p>
            <a:pPr marL="0" indent="0">
              <a:buNone/>
            </a:pPr>
            <a:r>
              <a:rPr lang="ru-RU" sz="2600" dirty="0"/>
              <a:t>	</a:t>
            </a:r>
            <a:r>
              <a:rPr lang="ru-RU" sz="2600" dirty="0" err="1" smtClean="0"/>
              <a:t>stos</a:t>
            </a:r>
            <a:r>
              <a:rPr lang="en-US" sz="2600" dirty="0" smtClean="0"/>
              <a:t>d</a:t>
            </a:r>
            <a:r>
              <a:rPr lang="en-US" sz="2600" dirty="0"/>
              <a:t> ; </a:t>
            </a:r>
            <a:r>
              <a:rPr lang="ru-RU" sz="2600" dirty="0" smtClean="0"/>
              <a:t>выгрузка регистра </a:t>
            </a:r>
            <a:r>
              <a:rPr lang="en-US" sz="2600" dirty="0"/>
              <a:t>EAX</a:t>
            </a:r>
            <a:r>
              <a:rPr lang="ru-RU" sz="2600" dirty="0"/>
              <a:t> в </a:t>
            </a:r>
            <a:r>
              <a:rPr lang="ru-RU" sz="2600" dirty="0" smtClean="0"/>
              <a:t>память </a:t>
            </a:r>
            <a:r>
              <a:rPr lang="ru-RU" sz="2600" dirty="0"/>
              <a:t>по адресу </a:t>
            </a:r>
            <a:r>
              <a:rPr lang="en-US" sz="2600" dirty="0" smtClean="0"/>
              <a:t>E</a:t>
            </a:r>
            <a:r>
              <a:rPr lang="en-US" sz="2600" dirty="0"/>
              <a:t>D</a:t>
            </a:r>
            <a:r>
              <a:rPr lang="en-US" sz="2600" dirty="0" smtClean="0"/>
              <a:t>I</a:t>
            </a:r>
            <a:r>
              <a:rPr lang="ru-RU" sz="2600" dirty="0" smtClean="0"/>
              <a:t>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		  ;	</a:t>
            </a:r>
            <a:r>
              <a:rPr lang="ru-RU" sz="2600" dirty="0" smtClean="0"/>
              <a:t>и </a:t>
            </a:r>
            <a:r>
              <a:rPr lang="ru-RU" sz="2600" dirty="0"/>
              <a:t>увеличение адреса на 4 байта</a:t>
            </a:r>
          </a:p>
          <a:p>
            <a:pPr marL="0" indent="0">
              <a:buNone/>
            </a:pPr>
            <a:r>
              <a:rPr lang="ru-RU" sz="2600" dirty="0"/>
              <a:t>	</a:t>
            </a:r>
            <a:r>
              <a:rPr lang="ru-RU" sz="2600" dirty="0" err="1" smtClean="0"/>
              <a:t>loop</a:t>
            </a:r>
            <a:r>
              <a:rPr lang="ru-RU" sz="2600" dirty="0" smtClean="0"/>
              <a:t> </a:t>
            </a:r>
            <a:r>
              <a:rPr lang="ru-RU" sz="2600" dirty="0" err="1"/>
              <a:t>cyrcle</a:t>
            </a:r>
            <a:endParaRPr lang="ru-RU" sz="2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675678" y="2535880"/>
            <a:ext cx="22971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/>
              <a:t>int</a:t>
            </a:r>
            <a:r>
              <a:rPr lang="ru-RU" sz="2400" b="1" dirty="0"/>
              <a:t> n = 5, a[5];</a:t>
            </a:r>
          </a:p>
        </p:txBody>
      </p:sp>
    </p:spTree>
    <p:extLst>
      <p:ext uri="{BB962C8B-B14F-4D97-AF65-F5344CB8AC3E}">
        <p14:creationId xmlns:p14="http://schemas.microsoft.com/office/powerpoint/2010/main" val="179971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Обращение к элементу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712063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[</a:t>
            </a:r>
            <a:r>
              <a:rPr lang="en-US" sz="2800" dirty="0" err="1"/>
              <a:t>esi</a:t>
            </a:r>
            <a:r>
              <a:rPr lang="en-US" sz="2800" dirty="0"/>
              <a:t> + </a:t>
            </a:r>
            <a:r>
              <a:rPr lang="en-US" sz="2800" dirty="0" err="1"/>
              <a:t>ecx</a:t>
            </a:r>
            <a:r>
              <a:rPr lang="en-US" sz="2800" dirty="0"/>
              <a:t> * 4</a:t>
            </a:r>
            <a:r>
              <a:rPr lang="en-US" sz="2800" dirty="0" smtClean="0"/>
              <a:t>]</a:t>
            </a:r>
            <a:r>
              <a:rPr lang="ru-RU" sz="2800" dirty="0" smtClean="0"/>
              <a:t> , </a:t>
            </a:r>
            <a:r>
              <a:rPr lang="en-US" sz="2800" dirty="0" err="1" smtClean="0"/>
              <a:t>esi</a:t>
            </a:r>
            <a:r>
              <a:rPr lang="en-US" sz="2800" dirty="0" smtClean="0"/>
              <a:t> – </a:t>
            </a:r>
            <a:r>
              <a:rPr lang="ru-RU" sz="2800" dirty="0" smtClean="0"/>
              <a:t>адрес начала массива, </a:t>
            </a:r>
            <a:r>
              <a:rPr lang="en-US" sz="2800" dirty="0" err="1" smtClean="0"/>
              <a:t>ecx</a:t>
            </a:r>
            <a:r>
              <a:rPr lang="en-US" sz="2800" dirty="0" smtClean="0"/>
              <a:t> –</a:t>
            </a:r>
            <a:r>
              <a:rPr lang="ru-RU" sz="2800" dirty="0" smtClean="0"/>
              <a:t> сдвиг,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					</a:t>
            </a:r>
            <a:r>
              <a:rPr lang="ru-RU" sz="2800" dirty="0" smtClean="0"/>
              <a:t>4 – кратность сдвига равная размеру элемента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					</a:t>
            </a:r>
            <a:r>
              <a:rPr lang="ru-RU" sz="2800" dirty="0" smtClean="0"/>
              <a:t>в байтах (1, 2, 4)</a:t>
            </a:r>
          </a:p>
          <a:p>
            <a:pPr marL="0" indent="0">
              <a:buNone/>
            </a:pPr>
            <a:r>
              <a:rPr lang="ru-RU" dirty="0" smtClean="0"/>
              <a:t>Пример:</a:t>
            </a:r>
          </a:p>
          <a:p>
            <a:pPr marL="0" indent="0">
              <a:buNone/>
            </a:pPr>
            <a:r>
              <a:rPr lang="ru-RU" dirty="0" smtClean="0"/>
              <a:t>		</a:t>
            </a:r>
            <a:r>
              <a:rPr lang="en-US" dirty="0" smtClean="0"/>
              <a:t>lea </a:t>
            </a:r>
            <a:r>
              <a:rPr lang="en-US" dirty="0" err="1"/>
              <a:t>esi</a:t>
            </a:r>
            <a:r>
              <a:rPr lang="en-US" dirty="0"/>
              <a:t>, a; </a:t>
            </a:r>
            <a:r>
              <a:rPr lang="ru-RU" dirty="0"/>
              <a:t>указываем адрес начала массива</a:t>
            </a:r>
          </a:p>
          <a:p>
            <a:pPr marL="0" indent="0">
              <a:buNone/>
            </a:pPr>
            <a:r>
              <a:rPr lang="ru-RU" dirty="0"/>
              <a:t>		</a:t>
            </a:r>
            <a:r>
              <a:rPr lang="en-US" dirty="0" err="1" smtClean="0"/>
              <a:t>mov</a:t>
            </a:r>
            <a:r>
              <a:rPr lang="ru-RU" dirty="0" smtClean="0"/>
              <a:t> </a:t>
            </a:r>
            <a:r>
              <a:rPr lang="en-US" dirty="0" err="1" smtClean="0"/>
              <a:t>ebx</a:t>
            </a:r>
            <a:r>
              <a:rPr lang="en-US" dirty="0" smtClean="0"/>
              <a:t>, </a:t>
            </a:r>
            <a:r>
              <a:rPr lang="en-US" dirty="0"/>
              <a:t>[</a:t>
            </a:r>
            <a:r>
              <a:rPr lang="en-US" dirty="0" err="1"/>
              <a:t>esi</a:t>
            </a:r>
            <a:r>
              <a:rPr lang="en-US" dirty="0"/>
              <a:t> + </a:t>
            </a:r>
            <a:r>
              <a:rPr lang="en-US" dirty="0" err="1"/>
              <a:t>ecx</a:t>
            </a:r>
            <a:r>
              <a:rPr lang="en-US" dirty="0"/>
              <a:t> * 4]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add </a:t>
            </a:r>
            <a:r>
              <a:rPr lang="en-US" dirty="0" err="1" smtClean="0"/>
              <a:t>e</a:t>
            </a:r>
            <a:r>
              <a:rPr lang="en-US" dirty="0" err="1"/>
              <a:t>b</a:t>
            </a:r>
            <a:r>
              <a:rPr lang="en-US" dirty="0" err="1" smtClean="0"/>
              <a:t>x</a:t>
            </a:r>
            <a:r>
              <a:rPr lang="en-US" dirty="0" smtClean="0"/>
              <a:t>, 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 smtClean="0"/>
              <a:t>mov</a:t>
            </a:r>
            <a:r>
              <a:rPr lang="en-US" dirty="0" smtClean="0"/>
              <a:t> [</a:t>
            </a:r>
            <a:r>
              <a:rPr lang="en-US" dirty="0" err="1"/>
              <a:t>esi</a:t>
            </a:r>
            <a:r>
              <a:rPr lang="en-US" dirty="0"/>
              <a:t> + </a:t>
            </a:r>
            <a:r>
              <a:rPr lang="en-US" dirty="0" err="1"/>
              <a:t>ecx</a:t>
            </a:r>
            <a:r>
              <a:rPr lang="en-US" dirty="0"/>
              <a:t> * 4], </a:t>
            </a:r>
            <a:r>
              <a:rPr lang="en-US" dirty="0" err="1"/>
              <a:t>ebx</a:t>
            </a:r>
            <a:r>
              <a:rPr lang="en-US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09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125</TotalTime>
  <Words>90</Words>
  <Application>Microsoft Office PowerPoint</Application>
  <PresentationFormat>Широкоэкранный</PresentationFormat>
  <Paragraphs>32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arial</vt:lpstr>
      <vt:lpstr>Garamond</vt:lpstr>
      <vt:lpstr>Натуральные материалы</vt:lpstr>
      <vt:lpstr>Массивы в Assembler</vt:lpstr>
      <vt:lpstr>Регистры</vt:lpstr>
      <vt:lpstr>Обработка блоков данных</vt:lpstr>
      <vt:lpstr>Обработка блоков данных</vt:lpstr>
      <vt:lpstr>Пример</vt:lpstr>
      <vt:lpstr>Обращение к элементу массива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Массивы в Assembler</dc:title>
  <dc:creator>Пестов Александр Игоревич</dc:creator>
  <cp:lastModifiedBy>Пестов Александр Игоревич</cp:lastModifiedBy>
  <cp:revision>8</cp:revision>
  <dcterms:created xsi:type="dcterms:W3CDTF">2020-03-16T06:42:44Z</dcterms:created>
  <dcterms:modified xsi:type="dcterms:W3CDTF">2020-03-16T08:51:33Z</dcterms:modified>
</cp:coreProperties>
</file>